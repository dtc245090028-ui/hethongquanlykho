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arehouse-ai-phase1-present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arehouse-ai-phase1-presenta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14350"/>
            <a:ext cx="76200" cy="1047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8304" y="632460"/>
            <a:ext cx="21628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BÁO CÁO KT1 · 27/08/2026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5350" y="1245870"/>
            <a:ext cx="314704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9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Giai đoạn 1: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5350" y="1817370"/>
            <a:ext cx="907891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9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đạt nền tảng, chưa hoàn tất hồ sơ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5256" y="2663190"/>
            <a:ext cx="4102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Hệ thống quản lý kho có tích hợp AI</a:t>
            </a:r>
          </a:p>
        </p:txBody>
      </p:sp>
      <p:sp>
        <p:nvSpPr>
          <p:cNvPr id="7" name="Line 7"/>
          <p:cNvSpPr/>
          <p:nvPr/>
        </p:nvSpPr>
        <p:spPr>
          <a:xfrm>
            <a:off x="914400" y="348615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06018" y="3841432"/>
            <a:ext cx="175686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Kết luận đề xuất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2208" y="4141470"/>
            <a:ext cx="279393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Đạt nền tảng KT1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6018" y="4632008"/>
            <a:ext cx="368920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Cần hoàn thiện tài liệu để hoàn tất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810500" y="1352550"/>
            <a:ext cx="2857500" cy="31432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096250" y="1809750"/>
            <a:ext cx="2286000" cy="400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14020" y="1930718"/>
            <a:ext cx="8504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-VN" sz="1350" b="1" dirty="0">
                <a:solidFill>
                  <a:srgbClr val="F7F5EF"/>
                </a:solidFill>
                <a:latin typeface="+mn-lt"/>
                <a:ea typeface="+mn-ea"/>
                <a:cs typeface="+mn-cs"/>
              </a:rPr>
              <a:t>NỀN TẢNG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96250" y="2209800"/>
            <a:ext cx="2286000" cy="4000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531744" y="2330768"/>
            <a:ext cx="1415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-VN" sz="1350" b="1" dirty="0">
                <a:solidFill>
                  <a:srgbClr val="F7F5EF"/>
                </a:solidFill>
                <a:latin typeface="+mn-lt"/>
                <a:ea typeface="+mn-ea"/>
                <a:cs typeface="+mn-cs"/>
              </a:rPr>
              <a:t>HỒ SƠ CẦN ĐÓNG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89392" y="2997518"/>
            <a:ext cx="6649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Phạm vi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88630" y="3267075"/>
            <a:ext cx="184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Phân tích yêu cầu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88630" y="3552825"/>
            <a:ext cx="20824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và thiết kế hệ thống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8304" y="6061710"/>
            <a:ext cx="30206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Warehouse AI System · Phase 1 Review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37210"/>
            <a:ext cx="11045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· KẾT LUẬN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914400"/>
            <a:ext cx="639551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Bức tranh KT1 trong một trang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562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09600" y="2000250"/>
            <a:ext cx="6667500" cy="3714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3732" y="2202180"/>
            <a:ext cx="19345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21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ĐẠT NỀN TẢNG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6018" y="2727008"/>
            <a:ext cx="273462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Phân tích nghiệp vụ kho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6018" y="3155632"/>
            <a:ext cx="32454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Thiết kế dữ liệu và ràng buộc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6018" y="3584258"/>
            <a:ext cx="31014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Actor và phân quyền cơ bản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6018" y="4012882"/>
            <a:ext cx="337134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Hai chức năng AI và prototype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6018" y="4441508"/>
            <a:ext cx="40679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Backend, frontend, database, test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58100" y="2000250"/>
            <a:ext cx="3924300" cy="3714750"/>
          </a:xfrm>
          <a:prstGeom prst="rect">
            <a:avLst/>
          </a:prstGeom>
          <a:solidFill>
            <a:srgbClr val="FBE5D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52232" y="2202180"/>
            <a:ext cx="216976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21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CHƯA HOÀN TẤT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54518" y="2727008"/>
            <a:ext cx="296028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Thiếu bộ tài liệu KT1 riêng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54518" y="3155632"/>
            <a:ext cx="33601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ERD chưa tách thành artifact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54518" y="3584258"/>
            <a:ext cx="372319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Use case và role chưa thống nhất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54518" y="4012882"/>
            <a:ext cx="344522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Wireframe chưa đóng gói riêng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54518" y="4441508"/>
            <a:ext cx="277961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8118" indent="-178118">
              <a:buClr>
                <a:schemeClr val="dk1"/>
              </a:buClr>
              <a:buSzTx/>
              <a:buFontTx/>
              <a:buChar char="•"/>
            </a:pPr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Một số yêu cầu còn rộng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3504" y="6137910"/>
            <a:ext cx="43879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Kết luận: nền tảng đã có, hồ sơ bàn giao cần hoàn thiện.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37210"/>
            <a:ext cx="2009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· BẰNG CHỨNG THIẾT KẾ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914400"/>
            <a:ext cx="793274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Quy trình cốt lõi đã có khung vận hành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562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609600" y="2143125"/>
            <a:ext cx="10972800" cy="1219200"/>
            <a:chOff x="609600" y="2143125"/>
            <a:chExt cx="10972800" cy="1219200"/>
          </a:xfrm>
        </p:grpSpPr>
        <p:sp>
          <p:nvSpPr>
            <p:cNvPr id="5" name="Rectangle 5"/>
            <p:cNvSpPr/>
            <p:nvPr/>
          </p:nvSpPr>
          <p:spPr>
            <a:xfrm>
              <a:off x="609600" y="2333625"/>
              <a:ext cx="161925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12412" y="25212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5519" y="2807018"/>
              <a:ext cx="1147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Đặt hàng NCC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228850" y="27527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571750" y="2333625"/>
              <a:ext cx="161925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74562" y="25212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4413" y="2807018"/>
              <a:ext cx="873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Nhận hàng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191000" y="27527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533900" y="2143125"/>
              <a:ext cx="1809750" cy="121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331962" y="24260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74482" y="2730818"/>
              <a:ext cx="1128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Cập nhật tồn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27686" y="2997518"/>
              <a:ext cx="1422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qua transaction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343650" y="27527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86550" y="2333625"/>
              <a:ext cx="161925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89362" y="25212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86192" y="2807018"/>
              <a:ext cx="1619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Xuất, chặn tồn âm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305800" y="27527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648700" y="2333625"/>
              <a:ext cx="161925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51512" y="25212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98414" y="2807018"/>
              <a:ext cx="1319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Kiểm kê, duyệt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267950" y="27527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610850" y="2333625"/>
              <a:ext cx="97155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89812" y="25212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9554" y="2807018"/>
              <a:ext cx="674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Báo cáo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99694" y="3885248"/>
            <a:ext cx="171069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9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Chốt an toàn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1218" y="4317682"/>
            <a:ext cx="607758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Tồn kho chỉ đổi qua transaction; xuất vượt tồn bị chặn.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" y="5143500"/>
            <a:ext cx="4953000" cy="590550"/>
          </a:xfrm>
          <a:prstGeom prst="rect">
            <a:avLst/>
          </a:prstGeom>
          <a:solidFill>
            <a:srgbClr val="FBE5D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0580" y="5343525"/>
            <a:ext cx="51515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Còn thiếu: audit log · thanh lý · thông báo scheduler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37210"/>
            <a:ext cx="2009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· BẰNG CHỨNG THIẾT KẾ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914400"/>
            <a:ext cx="863228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Mô hình dữ liệu đủ để kiểm chứng nghiệp vụ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562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577031" y="2095500"/>
            <a:ext cx="10948219" cy="838200"/>
            <a:chOff x="577031" y="2095500"/>
            <a:chExt cx="10948219" cy="838200"/>
          </a:xfrm>
        </p:grpSpPr>
        <p:sp>
          <p:nvSpPr>
            <p:cNvPr id="5" name="Rectangle 5"/>
            <p:cNvSpPr/>
            <p:nvPr/>
          </p:nvSpPr>
          <p:spPr>
            <a:xfrm>
              <a:off x="666750" y="2095500"/>
              <a:ext cx="2000250" cy="781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26905" y="2272189"/>
              <a:ext cx="879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Người dùng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77031" y="2510314"/>
              <a:ext cx="21796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NCC · danh mục · hàng hóa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048000" y="2095500"/>
              <a:ext cx="2000250" cy="781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89871" y="2272189"/>
              <a:ext cx="13165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 · Phiếu nhập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48086" y="2510314"/>
              <a:ext cx="1400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đặt và nhận hàng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0" y="2095500"/>
              <a:ext cx="2000250" cy="781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89405" y="2272189"/>
              <a:ext cx="879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Phiếu xuất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76722" y="2510314"/>
              <a:ext cx="13053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trừ tồn an toàn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0" y="2095500"/>
              <a:ext cx="2000250" cy="781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95406" y="2272189"/>
              <a:ext cx="630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Kiểm kê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42580" y="25103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đề xuất và phê duyệt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191750" y="2095500"/>
              <a:ext cx="1333500" cy="781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38932" y="2272189"/>
              <a:ext cx="6391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Hóa đơn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9700" y="251031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666875" y="2876550"/>
              <a:ext cx="9191625" cy="9525"/>
            </a:xfrm>
            <a:custGeom>
              <a:avLst/>
              <a:gdLst/>
              <a:ahLst/>
              <a:cxnLst/>
              <a:rect l="l" t="t" r="r" b="b"/>
              <a:pathLst>
                <a:path w="9191625" h="9525">
                  <a:moveTo>
                    <a:pt x="0" y="0"/>
                  </a:moveTo>
                  <a:lnTo>
                    <a:pt x="9191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609725" y="28194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990975" y="28194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372225" y="28194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753475" y="28194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801350" y="28194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sp>
        <p:nvSpPr>
          <p:cNvPr id="27" name="Rectangle 27"/>
          <p:cNvSpPr/>
          <p:nvPr/>
        </p:nvSpPr>
        <p:spPr>
          <a:xfrm>
            <a:off x="609600" y="3714750"/>
            <a:ext cx="4953000" cy="1809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6394" y="3885248"/>
            <a:ext cx="163617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95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ĐÃ XÁC ĐỊNH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8299" y="4354354"/>
            <a:ext cx="354681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quantity_on_hand qua transaction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8299" y="4706779"/>
            <a:ext cx="30363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unit_price theo từng lần nhập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8299" y="5059204"/>
            <a:ext cx="284490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kiểm kê phải được phê duyệt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57900" y="3714750"/>
            <a:ext cx="5524500" cy="1809750"/>
          </a:xfrm>
          <a:prstGeom prst="rect">
            <a:avLst/>
          </a:prstGeom>
          <a:solidFill>
            <a:srgbClr val="FBE5D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314694" y="3885248"/>
            <a:ext cx="307779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95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CÒN THIẾU TRONG HỒ SƠ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16599" y="4354354"/>
            <a:ext cx="314263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Tách erd.mmd và xuất ảnh ERD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16599" y="4706779"/>
            <a:ext cx="363920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Thể hiện đầy đủ ràng buộc nghiệp vụ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37210"/>
            <a:ext cx="2009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· BẰNG CHỨNG THIẾT KẾ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914400"/>
            <a:ext cx="72327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Phân quyền backend đã đi vào route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562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681513" y="1885950"/>
            <a:ext cx="28289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-V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Ba role đăng nhập trong code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24000" y="2476500"/>
            <a:ext cx="9144000" cy="1428750"/>
            <a:chOff x="1524000" y="2476500"/>
            <a:chExt cx="9144000" cy="1428750"/>
          </a:xfrm>
        </p:grpSpPr>
        <p:sp>
          <p:nvSpPr>
            <p:cNvPr id="6" name="Rectangle 6"/>
            <p:cNvSpPr/>
            <p:nvPr/>
          </p:nvSpPr>
          <p:spPr>
            <a:xfrm>
              <a:off x="1524000" y="2476500"/>
              <a:ext cx="23812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73841" y="2709862"/>
              <a:ext cx="8815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75479" y="3179921"/>
              <a:ext cx="18782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42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cấu hình · tài khoản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37965" y="3465671"/>
              <a:ext cx="15533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42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báo cáo tổng hợp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05375" y="2476500"/>
              <a:ext cx="238125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90993" y="2750344"/>
              <a:ext cx="261001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880" b="1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warehouse_manager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56495" y="3179921"/>
              <a:ext cx="20790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42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phê duyệt · dashboard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77048" y="3465671"/>
              <a:ext cx="12379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42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hiệu suất kho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286750" y="2476500"/>
              <a:ext cx="23812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23288" y="27584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warehouse_keeper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439" y="3179921"/>
              <a:ext cx="1973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nhập · xuất · kiểm kê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52467" y="3465671"/>
              <a:ext cx="6498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tạo PO</a:t>
              </a:r>
            </a:p>
          </p:txBody>
        </p:sp>
      </p:grpSp>
      <p:sp>
        <p:nvSpPr>
          <p:cNvPr id="19" name="Line 19"/>
          <p:cNvSpPr/>
          <p:nvPr/>
        </p:nvSpPr>
        <p:spPr>
          <a:xfrm>
            <a:off x="1524000" y="4381500"/>
            <a:ext cx="9144000" cy="9525"/>
          </a:xfrm>
          <a:custGeom>
            <a:avLst/>
            <a:gdLst/>
            <a:ahLst/>
            <a:cxnLst/>
            <a:rect l="l" t="t" r="r" b="b"/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28575">
            <a:solidFill>
              <a:schemeClr val="accent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514094" y="4694872"/>
            <a:ext cx="211671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95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CẦN THỐNG NHẤT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5618" y="5155882"/>
            <a:ext cx="1036460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Đặc tả cũ nhắc actor kế toán; code hiện dùng warehouse_manager và chưa có role kế toán riêng.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6380" y="5648325"/>
            <a:ext cx="71170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Nhà cung cấp và Scheduler là actor gián tiếp, không đăng nhập trực tiếp.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37210"/>
            <a:ext cx="17446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· AI VÀ PROTOTYPE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914400"/>
            <a:ext cx="83647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Hai chức năng AI đã được thiết kế và test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562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09600" y="2095500"/>
            <a:ext cx="3429000" cy="2667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4113" y="2353151"/>
            <a:ext cx="1875974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202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BÁO CÁO KHO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6399" y="2877979"/>
            <a:ext cx="1213862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Tồn hiện tại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6399" y="3211354"/>
            <a:ext cx="173515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Hàng dưới ngưỡng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6399" y="3544729"/>
            <a:ext cx="209716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Biến động đáng chú ý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419600" y="2095500"/>
            <a:ext cx="3429000" cy="2667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714113" y="2353151"/>
            <a:ext cx="145360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202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GỢI Ý NHẬP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16399" y="2877979"/>
            <a:ext cx="1213862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Tồn hiện tại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16399" y="3211354"/>
            <a:ext cx="178854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Mức tồn tối thiểu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16399" y="3544729"/>
            <a:ext cx="197067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Lượng xuất 30 ngày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229600" y="2095500"/>
            <a:ext cx="3352800" cy="266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524113" y="2353151"/>
            <a:ext cx="119716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2020" b="1" dirty="0">
                <a:solidFill>
                  <a:srgbClr val="F7F5EF"/>
                </a:solidFill>
                <a:latin typeface="+mj-lt"/>
                <a:ea typeface="+mj-ea"/>
                <a:cs typeface="+mj-cs"/>
              </a:rPr>
              <a:t>PIPELINE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26399" y="2877979"/>
            <a:ext cx="167997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rgbClr val="F7F5EF"/>
                </a:solidFill>
                <a:latin typeface="+mn-lt"/>
                <a:ea typeface="+mn-ea"/>
                <a:cs typeface="+mn-cs"/>
              </a:rPr>
              <a:t>Dữ liệu → Prompt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26399" y="3211354"/>
            <a:ext cx="164667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rgbClr val="F7F5EF"/>
                </a:solidFill>
                <a:latin typeface="+mn-lt"/>
                <a:ea typeface="+mn-ea"/>
                <a:cs typeface="+mn-cs"/>
              </a:rPr>
              <a:t>→ Gemini → AI log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27542" y="3711892"/>
            <a:ext cx="20037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350" dirty="0">
                <a:solidFill>
                  <a:srgbClr val="F7F5EF"/>
                </a:solidFill>
                <a:latin typeface="+mn-lt"/>
                <a:ea typeface="+mn-ea"/>
                <a:cs typeface="+mn-cs"/>
              </a:rPr>
              <a:t>prompt template riêng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27542" y="3997642"/>
            <a:ext cx="216729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350" dirty="0">
                <a:solidFill>
                  <a:srgbClr val="F7F5EF"/>
                </a:solidFill>
                <a:latin typeface="+mn-lt"/>
                <a:ea typeface="+mn-ea"/>
                <a:cs typeface="+mn-cs"/>
              </a:rPr>
              <a:t>mock tests cho endpoint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" y="5334000"/>
            <a:ext cx="10972800" cy="666750"/>
          </a:xfrm>
          <a:prstGeom prst="rect">
            <a:avLst/>
          </a:prstGeom>
          <a:solidFill>
            <a:srgbClr val="FBE5D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68680" y="5591175"/>
            <a:ext cx="95401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Giới hạn hiện tại: snapshot chưa đủ lịch sử · provider còn phụ thuộc Gemini · scheduler mới ghi log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37210"/>
            <a:ext cx="17446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· AI VÀ PROTOTYPE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914400"/>
            <a:ext cx="1157923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Giao diện đã là prototype, chưa là bộ wireframe bàn giao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562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09600" y="2095500"/>
            <a:ext cx="6191250" cy="323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14400" y="2381250"/>
            <a:ext cx="5581650" cy="4000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914400" y="3009900"/>
            <a:ext cx="1619250" cy="819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2724150" y="3009900"/>
            <a:ext cx="1619250" cy="8191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533900" y="3009900"/>
            <a:ext cx="1962150" cy="8191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914400" y="4095750"/>
            <a:ext cx="2667000" cy="838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771900" y="4095750"/>
            <a:ext cx="2724150" cy="838200"/>
          </a:xfrm>
          <a:prstGeom prst="rect">
            <a:avLst/>
          </a:prstGeom>
          <a:solidFill>
            <a:srgbClr val="FBE5D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07542" y="5569268"/>
            <a:ext cx="557219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Dashboard silhouette: metric strip · phiếu gần nhất · cảnh báo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28332" y="2059305"/>
            <a:ext cx="24363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21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ĐỘ PHỦ MÀN HÌNH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0999" y="2611279"/>
            <a:ext cx="346469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Đăng nhập · Dashboard · Hàng hóa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0999" y="2973229"/>
            <a:ext cx="317639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Nhà cung cấp · PO · Phiếu nhập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0999" y="3335179"/>
            <a:ext cx="2094759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Phiếu xuất · Kiểm kê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0999" y="3697129"/>
            <a:ext cx="2691469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Hóa đơn/công nợ · Báo cáo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0999" y="4059079"/>
            <a:ext cx="87654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Trợ lý</a:t>
            </a:r>
          </a:p>
        </p:txBody>
      </p:sp>
      <p:sp>
        <p:nvSpPr>
          <p:cNvPr id="19" name="Line 19"/>
          <p:cNvSpPr/>
          <p:nvPr/>
        </p:nvSpPr>
        <p:spPr>
          <a:xfrm>
            <a:off x="7239000" y="466725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28575">
            <a:solidFill>
              <a:schemeClr val="accent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29475" y="4941094"/>
            <a:ext cx="121115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88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Gap hồ sơ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1380" y="5362575"/>
            <a:ext cx="26875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Chưa có wireframe riêng và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31380" y="5667375"/>
            <a:ext cx="265448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thuyết minh quyết định UI.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37210"/>
            <a:ext cx="15739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· ĐÓNG GIAI ĐOẠN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914400"/>
            <a:ext cx="560054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Thiết kế không dừng ở sơ đồ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562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666750" y="2667000"/>
            <a:ext cx="10858500" cy="1047750"/>
            <a:chOff x="666750" y="2667000"/>
            <a:chExt cx="10858500" cy="1047750"/>
          </a:xfrm>
        </p:grpSpPr>
        <p:sp>
          <p:nvSpPr>
            <p:cNvPr id="5" name="Rectangle 5"/>
            <p:cNvSpPr/>
            <p:nvPr/>
          </p:nvSpPr>
          <p:spPr>
            <a:xfrm>
              <a:off x="666750" y="2667000"/>
              <a:ext cx="1714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45657" y="2917508"/>
              <a:ext cx="7566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Source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0702" y="3291364"/>
              <a:ext cx="1346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· de_tai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381250" y="31908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857500" y="2667000"/>
              <a:ext cx="1714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64435" y="2917508"/>
              <a:ext cx="700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Design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99315" y="3291364"/>
              <a:ext cx="1230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 · use case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572000" y="31908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048250" y="2667000"/>
              <a:ext cx="1714500" cy="1047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44401" y="2917508"/>
              <a:ext cx="5221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65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Build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89149" y="3291364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backend · frontend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762750" y="31908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39000" y="2667000"/>
              <a:ext cx="1714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40075" y="2917508"/>
              <a:ext cx="5123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7771" y="3291364"/>
              <a:ext cx="11369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nghiệp vụ · AI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953500" y="31908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429750" y="2667000"/>
              <a:ext cx="2095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77148" y="2917508"/>
              <a:ext cx="1600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Documentation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31592" y="3291364"/>
              <a:ext cx="1691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API · report · log AI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98932" y="4440555"/>
            <a:ext cx="242053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21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Chuỗi bằng chứng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1218" y="4917758"/>
            <a:ext cx="837969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models · routers · auth · seed database · dashboard · tests · ai_prompt_log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9600" y="5572125"/>
            <a:ext cx="10972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0961" y="5723096"/>
            <a:ext cx="72566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Mỗi quyết định thiết kế đều có thể đối chiếu với code, giao diện hoặc kiểm thử.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37210"/>
            <a:ext cx="15739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· ĐÓNG GIAI ĐOẠN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914400"/>
            <a:ext cx="1073296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Tám việc để chuyển “đạt nền tảng” thành “hoàn tất”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1562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811149" y="2068354"/>
            <a:ext cx="8546656" cy="2479739"/>
            <a:chOff x="811149" y="2068354"/>
            <a:chExt cx="8546656" cy="2479739"/>
          </a:xfrm>
        </p:grpSpPr>
        <p:sp>
          <p:nvSpPr>
            <p:cNvPr id="5" name="TextBox 5"/>
            <p:cNvSpPr txBox="1"/>
            <p:nvPr/>
          </p:nvSpPr>
          <p:spPr>
            <a:xfrm>
              <a:off x="811149" y="2068354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25499" y="2068354"/>
              <a:ext cx="24088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phan_tich_thiet_ke.md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1149" y="2611279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5499" y="2611279"/>
              <a:ext cx="9199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erd.mmd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1149" y="3154204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5499" y="3154204"/>
              <a:ext cx="81061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Ảnh ERD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1149" y="3697129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5499" y="3697129"/>
              <a:ext cx="13453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use_case.md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1149" y="4240054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4240054"/>
              <a:ext cx="36504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Wireframe dashboard / nhập / xuất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8499" y="2068354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92849" y="2068354"/>
              <a:ext cx="256495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Thống nhất actor và role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8499" y="2611279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92849" y="2611279"/>
              <a:ext cx="171671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Ghi rõ giới hạn AI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8499" y="3154204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2849" y="3154204"/>
              <a:ext cx="19949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Cập nhật nhật ký AI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609600" y="495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99694" y="5218748"/>
            <a:ext cx="365373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9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Ưu tiên đóng hồ sơ lõi trước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1599" y="5659279"/>
            <a:ext cx="638635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1–5 tạo bộ bàn giao; 6–8 làm rõ tính nhất quán và minh chứng.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537210"/>
            <a:ext cx="19921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· QUYẾT ĐỊNH ĐỀ XUẤT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1312" y="1135380"/>
            <a:ext cx="688483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3600" b="1" dirty="0">
                <a:solidFill>
                  <a:srgbClr val="F7F5EF"/>
                </a:solidFill>
                <a:latin typeface="+mj-lt"/>
                <a:ea typeface="+mj-ea"/>
                <a:cs typeface="+mj-cs"/>
              </a:rPr>
              <a:t>Đề xuất chốt trạng thái KT1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6646" y="2058352"/>
            <a:ext cx="316960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255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Đạt nền tảng KT1.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2599372"/>
            <a:ext cx="463727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950" dirty="0">
                <a:solidFill>
                  <a:srgbClr val="F7F5EF"/>
                </a:solidFill>
                <a:latin typeface="+mn-lt"/>
                <a:ea typeface="+mn-ea"/>
                <a:cs typeface="+mn-cs"/>
              </a:rPr>
              <a:t>Chưa gọi là hoàn tất 100% cho tới khi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9694" y="2980372"/>
            <a:ext cx="46137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950" dirty="0">
                <a:solidFill>
                  <a:srgbClr val="F7F5EF"/>
                </a:solidFill>
                <a:latin typeface="+mn-lt"/>
                <a:ea typeface="+mn-ea"/>
                <a:cs typeface="+mn-cs"/>
              </a:rPr>
              <a:t>hồ sơ và thuật ngữ được thống nhất.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3714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9EFEA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609600" y="4286250"/>
            <a:ext cx="10972800" cy="1143000"/>
            <a:chOff x="609600" y="4286250"/>
            <a:chExt cx="10972800" cy="1143000"/>
          </a:xfrm>
        </p:grpSpPr>
        <p:sp>
          <p:nvSpPr>
            <p:cNvPr id="8" name="Rectangle 8"/>
            <p:cNvSpPr/>
            <p:nvPr/>
          </p:nvSpPr>
          <p:spPr>
            <a:xfrm>
              <a:off x="609600" y="4286250"/>
              <a:ext cx="314325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7537" y="4528661"/>
              <a:ext cx="122488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720" b="1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CÔNG NHẬN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4933950"/>
              <a:ext cx="2365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Quy trình · code · test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095750" y="4286250"/>
              <a:ext cx="314325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53687" y="4528661"/>
              <a:ext cx="135333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HOÀN THIỆN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54830" y="4933950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artifact hồ sơ lõi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581900" y="4286250"/>
              <a:ext cx="4000500" cy="114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39837" y="4528661"/>
              <a:ext cx="136617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720" b="1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THỐNG NHẤT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40980" y="4933950"/>
              <a:ext cx="2413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F7F5EF"/>
                  </a:solidFill>
                  <a:latin typeface="+mn-lt"/>
                  <a:ea typeface="+mn-ea"/>
                  <a:cs typeface="+mn-cs"/>
                </a:rPr>
                <a:t>actor · role · giới hạn AI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02742" y="6045518"/>
            <a:ext cx="37722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350" dirty="0">
                <a:solidFill>
                  <a:srgbClr val="E9EFEA"/>
                </a:solidFill>
                <a:latin typeface="+mn-lt"/>
                <a:ea typeface="+mn-ea"/>
                <a:cs typeface="+mn-cs"/>
              </a:rPr>
              <a:t>Warehouse AI System · Kết luận giai đoạn 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arehouse-ai-phase1-presentation">
  <a:themeElements>
    <a:clrScheme name="warehouse-ai-phase1-presentation">
      <a:dk1>
        <a:srgbClr val="263238"/>
      </a:dk1>
      <a:lt1>
        <a:srgbClr val="F7F5EF"/>
      </a:lt1>
      <a:dk2>
        <a:srgbClr val="1F497D"/>
      </a:dk2>
      <a:lt2>
        <a:srgbClr val="E9EFEA"/>
      </a:lt2>
      <a:accent1>
        <a:srgbClr val="12323A"/>
      </a:accent1>
      <a:accent2>
        <a:srgbClr val="00A6A6"/>
      </a:accent2>
      <a:accent3>
        <a:srgbClr val="F26B4F"/>
      </a:accent3>
      <a:accent4>
        <a:srgbClr val="12323A"/>
      </a:accent4>
      <a:accent5>
        <a:srgbClr val="4BACC6"/>
      </a:accent5>
      <a:accent6>
        <a:srgbClr val="F79646"/>
      </a:accent6>
      <a:hlink>
        <a:srgbClr val="00A6A6"/>
      </a:hlink>
      <a:folHlink>
        <a:srgbClr val="F26B4F"/>
      </a:folHlink>
    </a:clrScheme>
    <a:fontScheme name="warehouse-ai-phase1-presentation">
      <a:majorFont>
        <a:latin typeface="Aptos Display"/>
        <a:ea typeface="Microsoft YaHei"/>
        <a:cs typeface="Aptos Display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arehouse-ai-phase1-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vi-VN</dc:language>
  <cp:lastModifiedBy/>
  <cp:revision>1</cp:revision>
  <dcterms:created xsi:type="dcterms:W3CDTF">2026-08-27T14:15:26Z</dcterms:created>
  <dcterms:modified xsi:type="dcterms:W3CDTF">2026-08-27T14:15:26Z</dcterms:modified>
  <cp:category/>
  <cp:contentStatus/>
</cp:coreProperties>
</file>